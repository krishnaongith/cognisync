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The Water Cycle</a:t>
            </a:r>
          </a:p>
        </p:txBody>
      </p:sp>
      <p:sp>
        <p:txBody>
          <a:bodyPr/>
          <a:p>
            <a:r>
              <a:t>The water cycle describes how water evaporates from the surface, rises into the atmosphere, cools and condenses into clouds, then falls back as precipitation.</a:t>
            </a:r>
          </a:p>
        </p:txBody>
      </p:sp>
      <p:sp>
        <p:txBody>
          <a:bodyPr/>
          <a:p>
            <a:r>
              <a:t>Key stages: Evaporation, Condensation, Precipitation, Collection.</a:t>
            </a:r>
          </a:p>
        </p:txBody>
      </p:sp>
      <p:sp>
        <p:txBody>
          <a:bodyPr/>
          <a:p>
            <a:r>
              <a:t>Solar energy drives evaporation. Gravity drives precipitation. The cycle is continuous and essential for life on Earth.</a:t>
            </a:r>
          </a:p>
        </p:txBody>
      </p:sp>
    </p:spTree>
  </p:cSld>
</p:sld>
</file>